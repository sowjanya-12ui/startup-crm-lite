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INTERNSHIP REVIEW - 1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b="0">
                <a:latin typeface="Times New Roman"/>
              </a:defRPr>
            </a:pPr>
            <a:r>
              <a:t>Student Name: Yarramaddu Sowjanya</a:t>
            </a:r>
          </a:p>
          <a:p>
            <a:pPr>
              <a:defRPr sz="2400" b="0">
                <a:latin typeface="Times New Roman"/>
              </a:defRPr>
            </a:pPr>
            <a:r>
              <a:t>Roll Number: 24691A31Q3</a:t>
            </a:r>
          </a:p>
          <a:p>
            <a:pPr>
              <a:defRPr sz="2400" b="0">
                <a:latin typeface="Times New Roman"/>
              </a:defRPr>
            </a:pPr>
            <a:r>
              <a:t>Class and Section: [PLACEHOLDER]</a:t>
            </a:r>
          </a:p>
          <a:p>
            <a:pPr>
              <a:defRPr sz="2400" b="0">
                <a:latin typeface="Times New Roman"/>
              </a:defRPr>
            </a:pPr>
            <a:r>
              <a:t>Department: Computer Science and Engineering (Artificial Intelligence)</a:t>
            </a:r>
          </a:p>
          <a:p>
            <a:pPr>
              <a:defRPr sz="2400" b="0">
                <a:latin typeface="Times New Roman"/>
              </a:defRPr>
            </a:pPr>
            <a:r>
              <a:t>Internship Domain: MERN Stack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Company Name &amp; 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0">
                <a:latin typeface="Times New Roman"/>
              </a:defRPr>
            </a:pPr>
            <a:r>
              <a:t>Company Name: [PLACEHOLDER - DO NOT INVENT]</a:t>
            </a:r>
          </a:p>
          <a:p>
            <a:pPr>
              <a:defRPr sz="2400" b="0">
                <a:latin typeface="Times New Roman"/>
              </a:defRPr>
            </a:pPr>
            <a:r>
              <a:t>Location: [PLACEHOLDER]</a:t>
            </a:r>
          </a:p>
          <a:p>
            <a:pPr>
              <a:defRPr sz="2400" b="0">
                <a:latin typeface="Times New Roman"/>
              </a:defRPr>
            </a:pPr>
            <a:r>
              <a:t>Internship Duration: [PLACEHOLDER]</a:t>
            </a:r>
          </a:p>
          <a:p>
            <a:pPr>
              <a:defRPr sz="2400" b="0">
                <a:latin typeface="Times New Roman"/>
              </a:defRPr>
            </a:pPr>
            <a:r>
              <a:t>Internship Domain: MERN Stack Development</a:t>
            </a:r>
          </a:p>
          <a:p>
            <a:pPr>
              <a:defRPr sz="2400" b="0">
                <a:latin typeface="Times New Roman"/>
              </a:defRPr>
            </a:pPr>
            <a:r>
              <a:t>Short introduction: During this internship, the focus was on building full-stack web applications using the MERN stack, gaining practical hands-on experience in frontend and backend development.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About Domain of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0">
                <a:latin typeface="Times New Roman"/>
              </a:defRPr>
            </a:pPr>
            <a:r>
              <a:t>MERN Stack Development</a:t>
            </a:r>
          </a:p>
          <a:p>
            <a:pPr lvl="1">
              <a:defRPr sz="2400" b="0">
                <a:latin typeface="Times New Roman"/>
              </a:defRPr>
            </a:pPr>
            <a:r>
              <a:t>MongoDB - Database</a:t>
            </a:r>
          </a:p>
          <a:p>
            <a:pPr lvl="1">
              <a:defRPr sz="2400" b="0">
                <a:latin typeface="Times New Roman"/>
              </a:defRPr>
            </a:pPr>
            <a:r>
              <a:t>Express.js - Backend framework</a:t>
            </a:r>
          </a:p>
          <a:p>
            <a:pPr lvl="1">
              <a:defRPr sz="2400" b="0">
                <a:latin typeface="Times New Roman"/>
              </a:defRPr>
            </a:pPr>
            <a:r>
              <a:t>React.js - Frontend library</a:t>
            </a:r>
          </a:p>
          <a:p>
            <a:pPr lvl="1">
              <a:defRPr sz="2400" b="0">
                <a:latin typeface="Times New Roman"/>
              </a:defRPr>
            </a:pPr>
            <a:r>
              <a:t>Node.js - Runtime environment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About Domain of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0">
                <a:latin typeface="Times New Roman"/>
              </a:defRPr>
            </a:pPr>
            <a:r>
              <a:t>MERN Stack Architecture:</a:t>
            </a:r>
          </a:p>
          <a:p>
            <a:pPr algn="ctr">
              <a:defRPr sz="2400" b="0">
                <a:latin typeface="Times New Roman"/>
              </a:defRPr>
            </a:pPr>
            <a:r>
              <a:t>User</a:t>
            </a:r>
          </a:p>
          <a:p>
            <a:pPr algn="ctr">
              <a:defRPr sz="2400" b="0">
                <a:latin typeface="Times New Roman"/>
              </a:defRPr>
            </a:pPr>
            <a:r>
              <a:t>↓</a:t>
            </a:r>
          </a:p>
          <a:p>
            <a:pPr algn="ctr">
              <a:defRPr sz="2400" b="0">
                <a:latin typeface="Times New Roman"/>
              </a:defRPr>
            </a:pPr>
            <a:r>
              <a:t>React.js</a:t>
            </a:r>
          </a:p>
          <a:p>
            <a:pPr algn="ctr">
              <a:defRPr sz="2400" b="0">
                <a:latin typeface="Times New Roman"/>
              </a:defRPr>
            </a:pPr>
            <a:r>
              <a:t>↓</a:t>
            </a:r>
          </a:p>
          <a:p>
            <a:pPr algn="ctr">
              <a:defRPr sz="2400" b="0">
                <a:latin typeface="Times New Roman"/>
              </a:defRPr>
            </a:pPr>
            <a:r>
              <a:t>Axios / API Requests</a:t>
            </a:r>
          </a:p>
          <a:p>
            <a:pPr algn="ctr">
              <a:defRPr sz="2400" b="0">
                <a:latin typeface="Times New Roman"/>
              </a:defRPr>
            </a:pPr>
            <a:r>
              <a:t>↓</a:t>
            </a:r>
          </a:p>
          <a:p>
            <a:pPr algn="ctr">
              <a:defRPr sz="2400" b="0">
                <a:latin typeface="Times New Roman"/>
              </a:defRPr>
            </a:pPr>
            <a:r>
              <a:t>Node.js + Express.js</a:t>
            </a:r>
          </a:p>
          <a:p>
            <a:pPr algn="ctr">
              <a:defRPr sz="2400" b="0">
                <a:latin typeface="Times New Roman"/>
              </a:defRPr>
            </a:pPr>
            <a:r>
              <a:t>↓</a:t>
            </a:r>
          </a:p>
          <a:p>
            <a:pPr algn="ctr">
              <a:defRPr sz="2400" b="0">
                <a:latin typeface="Times New Roman"/>
              </a:defRPr>
            </a:pPr>
            <a:r>
              <a:t>MongoDB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About Domain of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0">
                <a:latin typeface="Times New Roman"/>
              </a:defRPr>
            </a:pPr>
            <a:r>
              <a:t>Technologies and tools used:</a:t>
            </a:r>
          </a:p>
          <a:p>
            <a:pPr lvl="1">
              <a:defRPr sz="2400" b="0">
                <a:latin typeface="Times New Roman"/>
              </a:defRPr>
            </a:pPr>
            <a:r>
              <a:t>React.js, JavaScript</a:t>
            </a:r>
          </a:p>
          <a:p>
            <a:pPr lvl="1">
              <a:defRPr sz="2400" b="0">
                <a:latin typeface="Times New Roman"/>
              </a:defRPr>
            </a:pPr>
            <a:r>
              <a:t>Node.js, Express.js</a:t>
            </a:r>
          </a:p>
          <a:p>
            <a:pPr lvl="1">
              <a:defRPr sz="2400" b="0">
                <a:latin typeface="Times New Roman"/>
              </a:defRPr>
            </a:pPr>
            <a:r>
              <a:t>MongoDB, REST APIs, Axios</a:t>
            </a:r>
          </a:p>
          <a:p>
            <a:pPr lvl="1">
              <a:defRPr sz="2400" b="0">
                <a:latin typeface="Times New Roman"/>
              </a:defRPr>
            </a:pPr>
            <a:r>
              <a:t>Git, GitHub, Postman, Vercel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About Domain of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0">
                <a:latin typeface="Times New Roman"/>
              </a:defRPr>
            </a:pPr>
            <a:r>
              <a:t>Skills and learning outcomes:</a:t>
            </a:r>
          </a:p>
          <a:p>
            <a:pPr lvl="1">
              <a:defRPr sz="2400" b="0">
                <a:latin typeface="Times New Roman"/>
              </a:defRPr>
            </a:pPr>
            <a:r>
              <a:t>React components</a:t>
            </a:r>
          </a:p>
          <a:p>
            <a:pPr lvl="1">
              <a:defRPr sz="2400" b="0">
                <a:latin typeface="Times New Roman"/>
              </a:defRPr>
            </a:pPr>
            <a:r>
              <a:t>REST API integration</a:t>
            </a:r>
          </a:p>
          <a:p>
            <a:pPr lvl="1">
              <a:defRPr sz="2400" b="0">
                <a:latin typeface="Times New Roman"/>
              </a:defRPr>
            </a:pPr>
            <a:r>
              <a:t>CRUD operations</a:t>
            </a:r>
          </a:p>
          <a:p>
            <a:pPr lvl="1">
              <a:defRPr sz="2400" b="0">
                <a:latin typeface="Times New Roman"/>
              </a:defRPr>
            </a:pPr>
            <a:r>
              <a:t>MongoDB/database connectivity</a:t>
            </a:r>
          </a:p>
          <a:p>
            <a:pPr lvl="1">
              <a:defRPr sz="2400" b="0">
                <a:latin typeface="Times New Roman"/>
              </a:defRPr>
            </a:pPr>
            <a:r>
              <a:t>Frontend-backend integration</a:t>
            </a:r>
          </a:p>
          <a:p>
            <a:pPr lvl="1">
              <a:defRPr sz="2400" b="0">
                <a:latin typeface="Times New Roman"/>
              </a:defRPr>
            </a:pPr>
            <a:r>
              <a:t>API testing/debugging</a:t>
            </a:r>
          </a:p>
          <a:p>
            <a:pPr lvl="1">
              <a:defRPr sz="2400" b="0">
                <a:latin typeface="Times New Roman"/>
              </a:defRPr>
            </a:pPr>
            <a:r>
              <a:t>Git/GitHub</a:t>
            </a:r>
          </a:p>
          <a:p>
            <a:pPr lvl="1">
              <a:defRPr sz="2400" b="0">
                <a:latin typeface="Times New Roman"/>
              </a:defRPr>
            </a:pPr>
            <a:r>
              <a:t>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Project Title and 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latin typeface="Times New Roman"/>
              </a:defRPr>
            </a:pPr>
            <a:r>
              <a:t>Project Title: Startup CRM Lite</a:t>
            </a:r>
          </a:p>
          <a:p>
            <a:pPr>
              <a:defRPr sz="2000" b="0">
                <a:latin typeface="Times New Roman"/>
              </a:defRPr>
            </a:pPr>
            <a:r>
              <a:t>Abstract: A CRM web application developed using the MERN Stack for managing leads and monitoring sales information through a centralized dashboard.</a:t>
            </a:r>
          </a:p>
          <a:p>
            <a:pPr>
              <a:defRPr sz="2000" b="0">
                <a:latin typeface="Times New Roman"/>
              </a:defRPr>
            </a:pPr>
            <a:r>
              <a:t>Key features:</a:t>
            </a:r>
          </a:p>
          <a:p>
            <a:pPr lvl="1">
              <a:defRPr sz="2000" b="0">
                <a:latin typeface="Times New Roman"/>
              </a:defRPr>
            </a:pPr>
            <a:r>
              <a:t>Dashboard, Lead Management, Analytics</a:t>
            </a:r>
          </a:p>
          <a:p>
            <a:pPr lvl="1">
              <a:defRPr sz="2000" b="0">
                <a:latin typeface="Times New Roman"/>
              </a:defRPr>
            </a:pPr>
            <a:r>
              <a:t>CRUD Operations, API Integration, Authentication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286000"/>
            <a:ext cx="4114800" cy="25603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[Place Actual Startup CRM Lite Dashboard Screenshot Here]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8463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 b="1">
                <a:latin typeface="Times New Roman"/>
              </a:defRPr>
            </a:pPr>
            <a:r>
              <a:t>Figure: Startup CRM Lite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Project Duration &amp; Module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0">
                <a:latin typeface="Times New Roman"/>
              </a:defRPr>
            </a:pPr>
            <a:r>
              <a:t>Project/Internship Duration: [PLACEHOLDER]</a:t>
            </a:r>
          </a:p>
          <a:p>
            <a:pPr>
              <a:defRPr sz="1800" b="0">
                <a:latin typeface="Times New Roman"/>
              </a:defRPr>
            </a:pPr>
            <a:r>
              <a:t>Modules:</a:t>
            </a:r>
          </a:p>
          <a:p>
            <a:pPr lvl="1">
              <a:defRPr sz="1800" b="0">
                <a:latin typeface="Times New Roman"/>
              </a:defRPr>
            </a:pPr>
            <a:r>
              <a:t>Authentication/Login, Dashboard, Lead Management, Analytics, CRUD Operations</a:t>
            </a:r>
          </a:p>
          <a:p>
            <a:pPr>
              <a:defRPr sz="1800" b="0">
                <a:latin typeface="Times New Roman"/>
              </a:defRPr>
            </a:pPr>
            <a:r>
              <a:t>Challenges Faced:</a:t>
            </a:r>
          </a:p>
          <a:p>
            <a:pPr lvl="1">
              <a:defRPr sz="1800" b="0">
                <a:latin typeface="Times New Roman"/>
              </a:defRPr>
            </a:pPr>
            <a:r>
              <a:t>Frontend-backend integration, API handling, Database connectivity, Debugging/deployment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572000"/>
            <a:ext cx="2286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[Login Screenshot]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latin typeface="Times New Roman"/>
              </a:defRPr>
            </a:pPr>
            <a:r>
              <a:t>Figure: Login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4572000"/>
            <a:ext cx="2286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[Leads Screenshot]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5943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latin typeface="Times New Roman"/>
              </a:defRPr>
            </a:pPr>
            <a:r>
              <a:t>Figure: Lead Management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4572000"/>
            <a:ext cx="22860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[Analytics Screenshot]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5943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 b="1">
                <a:latin typeface="Times New Roman"/>
              </a:defRPr>
            </a:pPr>
            <a:r>
              <a:t>Figure: Analytics Module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Proof of Certificate / Offer Letter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b="0">
                <a:latin typeface="Times New Roman"/>
              </a:defRPr>
            </a:pPr>
            <a:r>
              <a:t>[Please Insert Actual Internship Certificate / Offer Letter Here]</a:t>
            </a:r>
          </a:p>
          <a:p>
            <a:pPr>
              <a:defRPr sz="2400" b="0">
                <a:latin typeface="Times New Roman"/>
              </a:defRPr>
            </a:pPr>
            <a:r>
              <a:t>(Do NOT create a fake certificate)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b="0">
                <a:latin typeface="Times New Roman"/>
              </a:defRPr>
            </a:pPr>
            <a:r>
              <a:t>Yarramaddu Sowjanya</a:t>
            </a:r>
          </a:p>
          <a:p>
            <a:pPr>
              <a:defRPr sz="2400" b="0">
                <a:latin typeface="Times New Roman"/>
              </a:defRPr>
            </a:pPr>
            <a:r>
              <a:t>MERN Stack Development Intern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