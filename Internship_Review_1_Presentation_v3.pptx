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[Insert MITS Logo Here]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57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latin typeface="Times New Roman"/>
              </a:defRPr>
            </a:pPr>
            <a:r>
              <a:t>MADANAPALLE INSTITUTE OF TECHNOLOGY &amp; SCIENCE</a:t>
            </a:r>
          </a:p>
          <a:p>
            <a:pPr algn="ctr">
              <a:defRPr sz="2000" b="1">
                <a:latin typeface="Times New Roman"/>
              </a:defRPr>
            </a:pPr>
            <a:r>
              <a:t>DEEMED TO BE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latin typeface="Times New Roman"/>
              </a:defRPr>
            </a:pPr>
            <a:r>
              <a:t>INTERNSHIP REVIEW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0">
                <a:latin typeface="Times New Roman"/>
              </a:defRPr>
            </a:pPr>
            <a:r>
              <a:t>Name of the Student : Yarramaddu Sowjanya</a:t>
            </a:r>
          </a:p>
          <a:p>
            <a:pPr>
              <a:defRPr sz="2400" b="0">
                <a:latin typeface="Times New Roman"/>
              </a:defRPr>
            </a:pPr>
            <a:r>
              <a:t>Roll Number         : 24691A31Q3</a:t>
            </a:r>
          </a:p>
          <a:p>
            <a:pPr>
              <a:defRPr sz="2400" b="0">
                <a:latin typeface="Times New Roman"/>
              </a:defRPr>
            </a:pPr>
            <a:r>
              <a:t>Class and Section   : CAI-D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Company Name &amp;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Company Name: [PLACEHOLDER - DO NOT INVENT]</a:t>
            </a:r>
          </a:p>
          <a:p>
            <a:pPr>
              <a:defRPr sz="2400" b="0">
                <a:latin typeface="Times New Roman"/>
              </a:defRPr>
            </a:pPr>
            <a:r>
              <a:t>Location: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Duration: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Domain: MERN Stack Development</a:t>
            </a:r>
          </a:p>
          <a:p>
            <a:pPr>
              <a:defRPr sz="2400" b="0">
                <a:latin typeface="Times New Roman"/>
              </a:defRPr>
            </a:pPr>
            <a:r>
              <a:t>Short introduction: During this internship, the focus was on building full-stack web applications using the MERN stack, gaining practical hands-on experience in frontend and backend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0">
                <a:latin typeface="Times New Roman"/>
              </a:defRPr>
            </a:pPr>
            <a:r>
              <a:t>MERN Stack Development</a:t>
            </a:r>
          </a:p>
          <a:p>
            <a:pPr lvl="1">
              <a:defRPr sz="2200" b="0">
                <a:latin typeface="Times New Roman"/>
              </a:defRPr>
            </a:pPr>
            <a:r>
              <a:t>MongoDB - A NoSQL document-based database for flexible and scalable data storage.</a:t>
            </a:r>
          </a:p>
          <a:p>
            <a:pPr lvl="1">
              <a:defRPr sz="2200" b="0">
                <a:latin typeface="Times New Roman"/>
              </a:defRPr>
            </a:pPr>
            <a:r>
              <a:t>Express.js - A fast, unopinionated backend web application framework for Node.js.</a:t>
            </a:r>
          </a:p>
          <a:p>
            <a:pPr lvl="1">
              <a:defRPr sz="2200" b="0">
                <a:latin typeface="Times New Roman"/>
              </a:defRPr>
            </a:pPr>
            <a:r>
              <a:t>React.js - A declarative, component-based frontend library for building dynamic user interfaces.</a:t>
            </a:r>
          </a:p>
          <a:p>
            <a:pPr lvl="1">
              <a:defRPr sz="2200" b="0">
                <a:latin typeface="Times New Roman"/>
              </a:defRPr>
            </a:pPr>
            <a:r>
              <a:t>Node.js - A cross-platform JavaScript runtime environment for executing server-side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MERN Stack Architecture:</a:t>
            </a:r>
          </a:p>
          <a:p>
            <a:pPr algn="ctr">
              <a:defRPr sz="2400" b="0">
                <a:latin typeface="Times New Roman"/>
              </a:defRPr>
            </a:pPr>
            <a:r>
              <a:t>User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React.js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Axios / API Requests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Node.js + Express.js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Times New Roman"/>
              </a:defRPr>
            </a:pPr>
            <a:r>
              <a:t>Technologies and tools used:</a:t>
            </a:r>
          </a:p>
          <a:p>
            <a:pPr lvl="1">
              <a:defRPr sz="2000" b="0">
                <a:latin typeface="Times New Roman"/>
              </a:defRPr>
            </a:pPr>
            <a:r>
              <a:t>React.js &amp; JavaScript: For building dynamic, responsive UI components.</a:t>
            </a:r>
          </a:p>
          <a:p>
            <a:pPr lvl="1">
              <a:defRPr sz="2000" b="0">
                <a:latin typeface="Times New Roman"/>
              </a:defRPr>
            </a:pPr>
            <a:r>
              <a:t>Node.js &amp; Express.js: For creating scalable REST APIs and handling server logic.</a:t>
            </a:r>
          </a:p>
          <a:p>
            <a:pPr lvl="1">
              <a:defRPr sz="2000" b="0">
                <a:latin typeface="Times New Roman"/>
              </a:defRPr>
            </a:pPr>
            <a:r>
              <a:t>MongoDB: For managing data and enabling high-performance queries.</a:t>
            </a:r>
          </a:p>
          <a:p>
            <a:pPr lvl="1">
              <a:defRPr sz="2000" b="0">
                <a:latin typeface="Times New Roman"/>
              </a:defRPr>
            </a:pPr>
            <a:r>
              <a:t>Axios: For seamless HTTP requests between client and server.</a:t>
            </a:r>
          </a:p>
          <a:p>
            <a:pPr lvl="1">
              <a:defRPr sz="2000" b="0">
                <a:latin typeface="Times New Roman"/>
              </a:defRPr>
            </a:pPr>
            <a:r>
              <a:t>Git &amp; GitHub: For version control, code tracking, and collaboration.</a:t>
            </a:r>
          </a:p>
          <a:p>
            <a:pPr lvl="1">
              <a:defRPr sz="2000" b="0">
                <a:latin typeface="Times New Roman"/>
              </a:defRPr>
            </a:pPr>
            <a:r>
              <a:t>Postman &amp; Vercel: For rigorous API testing and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Skills and learning outcomes:</a:t>
            </a:r>
          </a:p>
          <a:p>
            <a:pPr lvl="1">
              <a:defRPr sz="2400" b="0">
                <a:latin typeface="Times New Roman"/>
              </a:defRPr>
            </a:pPr>
            <a:r>
              <a:t>React components</a:t>
            </a:r>
          </a:p>
          <a:p>
            <a:pPr lvl="1">
              <a:defRPr sz="2400" b="0">
                <a:latin typeface="Times New Roman"/>
              </a:defRPr>
            </a:pPr>
            <a:r>
              <a:t>REST API integration</a:t>
            </a:r>
          </a:p>
          <a:p>
            <a:pPr lvl="1">
              <a:defRPr sz="2400" b="0">
                <a:latin typeface="Times New Roman"/>
              </a:defRPr>
            </a:pPr>
            <a:r>
              <a:t>CRUD operations</a:t>
            </a:r>
          </a:p>
          <a:p>
            <a:pPr lvl="1">
              <a:defRPr sz="2400" b="0">
                <a:latin typeface="Times New Roman"/>
              </a:defRPr>
            </a:pPr>
            <a:r>
              <a:t>MongoDB/database connectivity</a:t>
            </a:r>
          </a:p>
          <a:p>
            <a:pPr lvl="1">
              <a:defRPr sz="2400" b="0">
                <a:latin typeface="Times New Roman"/>
              </a:defRPr>
            </a:pPr>
            <a:r>
              <a:t>Frontend-backend integration</a:t>
            </a:r>
          </a:p>
          <a:p>
            <a:pPr lvl="1">
              <a:defRPr sz="2400" b="0">
                <a:latin typeface="Times New Roman"/>
              </a:defRPr>
            </a:pPr>
            <a:r>
              <a:t>API testing/debugging</a:t>
            </a:r>
          </a:p>
          <a:p>
            <a:pPr lvl="1">
              <a:defRPr sz="2400" b="0">
                <a:latin typeface="Times New Roman"/>
              </a:defRPr>
            </a:pPr>
            <a:r>
              <a:t>Git/GitHub</a:t>
            </a:r>
          </a:p>
          <a:p>
            <a:pPr lvl="1">
              <a:defRPr sz="2400" b="0">
                <a:latin typeface="Times New Roman"/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Title and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Times New Roman"/>
              </a:defRPr>
            </a:pPr>
            <a:r>
              <a:t>Project Title: Startup CRM Lite</a:t>
            </a:r>
          </a:p>
          <a:p>
            <a:pPr>
              <a:defRPr sz="2000" b="0">
                <a:latin typeface="Times New Roman"/>
              </a:defRPr>
            </a:pPr>
            <a:r>
              <a:t>Abstract: A CRM web application developed using the MERN Stack for managing leads and monitoring sales information through a centralized dashboard.</a:t>
            </a:r>
          </a:p>
          <a:p>
            <a:pPr>
              <a:defRPr sz="2000" b="0">
                <a:latin typeface="Times New Roman"/>
              </a:defRPr>
            </a:pPr>
            <a:r>
              <a:t>Key features:</a:t>
            </a:r>
          </a:p>
          <a:p>
            <a:pPr lvl="1">
              <a:defRPr sz="2000" b="0">
                <a:latin typeface="Times New Roman"/>
              </a:defRPr>
            </a:pPr>
            <a:r>
              <a:t>Dashboard, Lead Management, Analytics</a:t>
            </a:r>
          </a:p>
          <a:p>
            <a:pPr lvl="1">
              <a:defRPr sz="2000" b="0">
                <a:latin typeface="Times New Roman"/>
              </a:defRPr>
            </a:pPr>
            <a:r>
              <a:t>CRUD Operations, API Integration,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41148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 Actual Startup CRM Lite Dashboard Screenshot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latin typeface="Times New Roman"/>
              </a:defRPr>
            </a:pPr>
            <a:r>
              <a:t>Figure: Startup CRM Lite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Duration &amp; 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Times New Roman"/>
              </a:defRPr>
            </a:pPr>
            <a:r>
              <a:t>Project/Internship Duration: [PLACEHOLDER]</a:t>
            </a:r>
          </a:p>
          <a:p>
            <a:pPr>
              <a:defRPr sz="1800" b="0">
                <a:latin typeface="Times New Roman"/>
              </a:defRPr>
            </a:pPr>
            <a:r>
              <a:t>Modules:</a:t>
            </a:r>
          </a:p>
          <a:p>
            <a:pPr lvl="1">
              <a:defRPr sz="1800" b="0">
                <a:latin typeface="Times New Roman"/>
              </a:defRPr>
            </a:pPr>
            <a:r>
              <a:t>Authentication/Login, Dashboard, Lead Management, Analytics, CRUD Operations</a:t>
            </a:r>
          </a:p>
          <a:p>
            <a:pPr>
              <a:defRPr sz="1800" b="0">
                <a:latin typeface="Times New Roman"/>
              </a:defRPr>
            </a:pPr>
            <a:r>
              <a:t>Challenges Faced:</a:t>
            </a:r>
          </a:p>
          <a:p>
            <a:pPr lvl="1">
              <a:defRPr sz="1800" b="0">
                <a:latin typeface="Times New Roman"/>
              </a:defRPr>
            </a:pPr>
            <a:r>
              <a:t>Frontend-backend integration, API handling, Database connectivity, Debugging/deployment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[Login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Login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[Leads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Lead Management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[Analytics 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Analytics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Proof of Certificate / Offer Letter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[Please Insert Actual Internship Certificate / Offer Letter Here]</a:t>
            </a:r>
          </a:p>
          <a:p>
            <a:pPr>
              <a:defRPr sz="2400" b="0">
                <a:latin typeface="Times New Roman"/>
              </a:defRPr>
            </a:pPr>
            <a:r>
              <a:t>(Do NOT create a fake certificate)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Yarramaddu Sowjanya</a:t>
            </a:r>
          </a:p>
          <a:p>
            <a:pPr>
              <a:defRPr sz="2400" b="0">
                <a:latin typeface="Times New Roman"/>
              </a:defRPr>
            </a:pPr>
            <a:r>
              <a:t>MERN Stack Development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